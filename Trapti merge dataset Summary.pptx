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7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646"/>
            <a:ext cx="8229600" cy="1143000"/>
          </a:xfrm>
        </p:spPr>
        <p:txBody>
          <a:bodyPr/>
          <a:lstStyle/>
          <a:p>
            <a:r>
              <a:rPr b="1" u="sng" dirty="0"/>
              <a:t>Bike Sharing Demand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3112"/>
            <a:ext cx="8229600" cy="4621044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              </a:t>
            </a:r>
            <a:r>
              <a:rPr lang="en-US" b="1" u="sng" dirty="0" smtClean="0"/>
              <a:t>Bike </a:t>
            </a:r>
            <a:r>
              <a:rPr lang="en-US" b="1" u="sng" dirty="0"/>
              <a:t>Sharing </a:t>
            </a:r>
            <a:r>
              <a:rPr lang="en-US" b="1" u="sng" dirty="0" smtClean="0"/>
              <a:t>Demand Analysis</a:t>
            </a:r>
            <a:r>
              <a:rPr lang="en-US" b="1" dirty="0"/>
              <a:t>                 </a:t>
            </a: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dirty="0" smtClean="0"/>
              <a:t>Name			:</a:t>
            </a:r>
            <a:r>
              <a:rPr lang="en-US" dirty="0"/>
              <a:t>    </a:t>
            </a:r>
            <a:r>
              <a:rPr lang="en-US" dirty="0" smtClean="0"/>
              <a:t>		Trapti Rajput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Course			:</a:t>
            </a:r>
            <a:r>
              <a:rPr lang="en-US" dirty="0"/>
              <a:t>   </a:t>
            </a:r>
            <a:r>
              <a:rPr lang="en-US" dirty="0" smtClean="0"/>
              <a:t>			Data </a:t>
            </a:r>
            <a:r>
              <a:rPr lang="en-US" dirty="0" smtClean="0"/>
              <a:t>Science</a:t>
            </a:r>
          </a:p>
          <a:p>
            <a:pPr marL="0" indent="0" algn="ctr">
              <a:buNone/>
            </a:pPr>
            <a:r>
              <a:rPr lang="en-US" dirty="0" smtClean="0"/>
              <a:t>Organization   :    </a:t>
            </a:r>
            <a:r>
              <a:rPr lang="en-US" dirty="0" err="1" smtClean="0"/>
              <a:t>Nexthikes</a:t>
            </a:r>
            <a:r>
              <a:rPr lang="en-US" dirty="0" smtClean="0"/>
              <a:t> IT Solutions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Date</a:t>
            </a:r>
            <a:r>
              <a:rPr lang="en-US" dirty="0"/>
              <a:t> </a:t>
            </a:r>
            <a:r>
              <a:rPr lang="en-US" dirty="0" smtClean="0"/>
              <a:t>              :</a:t>
            </a:r>
            <a:r>
              <a:rPr lang="en-US" dirty="0"/>
              <a:t>   </a:t>
            </a:r>
            <a:r>
              <a:rPr lang="en-US" dirty="0" smtClean="0"/>
              <a:t>			25.03.2026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77282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77282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sz="4000" b="1" u="sng" dirty="0"/>
              <a:t>Introduction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This </a:t>
            </a:r>
            <a:r>
              <a:rPr lang="en-US" sz="2400" dirty="0"/>
              <a:t>project examines bike-sharing data to gain insights into rental demand patterns.</a:t>
            </a:r>
            <a:br>
              <a:rPr lang="en-US" sz="2400" dirty="0"/>
            </a:br>
            <a:endParaRPr lang="en-US" sz="2400" dirty="0" smtClean="0"/>
          </a:p>
          <a:p>
            <a:r>
              <a:rPr lang="en-US" sz="2400" dirty="0"/>
              <a:t>Its objective is to determine how factors such as time, weather conditions, and user type influence bike rentals.</a:t>
            </a:r>
          </a:p>
        </p:txBody>
      </p:sp>
    </p:spTree>
    <p:extLst>
      <p:ext uri="{BB962C8B-B14F-4D97-AF65-F5344CB8AC3E}">
        <p14:creationId xmlns:p14="http://schemas.microsoft.com/office/powerpoint/2010/main" val="2789694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u="sng" dirty="0"/>
              <a:t>Problem Statement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Bike rental demand changes based on different conditions such as weather, time, and user behavior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objective is to analyze these patterns to improve business decision-making.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1590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dataset contains hourly and daily bike rental data.</a:t>
            </a:r>
          </a:p>
          <a:p>
            <a:r>
              <a:rPr lang="en-US" sz="2400" dirty="0"/>
              <a:t>Main columns:</a:t>
            </a:r>
          </a:p>
          <a:p>
            <a:r>
              <a:rPr lang="en-US" sz="2400" dirty="0"/>
              <a:t>Date (</a:t>
            </a:r>
            <a:r>
              <a:rPr lang="en-US" sz="2400" dirty="0" err="1"/>
              <a:t>dteday</a:t>
            </a:r>
            <a:r>
              <a:rPr lang="en-US" sz="2400" dirty="0"/>
              <a:t>)</a:t>
            </a:r>
          </a:p>
          <a:p>
            <a:r>
              <a:rPr lang="en-US" sz="2400" dirty="0"/>
              <a:t>Hour (</a:t>
            </a:r>
            <a:r>
              <a:rPr lang="en-US" sz="2400" dirty="0" err="1"/>
              <a:t>hr</a:t>
            </a:r>
            <a:r>
              <a:rPr lang="en-US" sz="2400" dirty="0"/>
              <a:t>)</a:t>
            </a:r>
          </a:p>
          <a:p>
            <a:r>
              <a:rPr lang="en-US" sz="2400" dirty="0"/>
              <a:t>Weather (</a:t>
            </a:r>
            <a:r>
              <a:rPr lang="en-US" sz="2400" dirty="0" err="1"/>
              <a:t>weathersit</a:t>
            </a:r>
            <a:r>
              <a:rPr lang="en-US" sz="2400" dirty="0"/>
              <a:t>)</a:t>
            </a:r>
          </a:p>
          <a:p>
            <a:r>
              <a:rPr lang="en-US" sz="2400" dirty="0"/>
              <a:t>Temperature (temp)</a:t>
            </a:r>
          </a:p>
          <a:p>
            <a:r>
              <a:rPr lang="en-US" sz="2400" dirty="0"/>
              <a:t>Users (casual, registered)</a:t>
            </a:r>
          </a:p>
          <a:p>
            <a:r>
              <a:rPr lang="en-US" sz="2400" dirty="0"/>
              <a:t>Total Rentals (</a:t>
            </a:r>
            <a:r>
              <a:rPr lang="en-US" sz="2400" dirty="0" err="1"/>
              <a:t>cnt</a:t>
            </a:r>
            <a:r>
              <a:rPr lang="en-US" sz="2400" dirty="0"/>
              <a:t>)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Removed missing </a:t>
            </a:r>
            <a:r>
              <a:rPr lang="en-US" sz="2400" dirty="0" smtClean="0"/>
              <a:t>values</a:t>
            </a:r>
          </a:p>
          <a:p>
            <a:r>
              <a:rPr lang="en-US" sz="2400" dirty="0" smtClean="0"/>
              <a:t>Handled </a:t>
            </a:r>
            <a:r>
              <a:rPr lang="en-US" sz="2400" dirty="0"/>
              <a:t>null </a:t>
            </a:r>
            <a:r>
              <a:rPr lang="en-US" sz="2400" dirty="0" smtClean="0"/>
              <a:t>data</a:t>
            </a:r>
          </a:p>
          <a:p>
            <a:r>
              <a:rPr lang="en-US" sz="2400" dirty="0" smtClean="0"/>
              <a:t>Corrected </a:t>
            </a:r>
            <a:r>
              <a:rPr lang="en-US" sz="2400" dirty="0"/>
              <a:t>data </a:t>
            </a:r>
            <a:r>
              <a:rPr lang="en-US" sz="2400" dirty="0" smtClean="0"/>
              <a:t>types</a:t>
            </a:r>
          </a:p>
          <a:p>
            <a:r>
              <a:rPr lang="en-US" sz="2400" dirty="0" smtClean="0"/>
              <a:t>Removed duplicates</a:t>
            </a:r>
          </a:p>
          <a:p>
            <a:r>
              <a:rPr lang="en-US" sz="2400" dirty="0" smtClean="0"/>
              <a:t>Formatted </a:t>
            </a:r>
            <a:r>
              <a:rPr lang="en-US" sz="2400" dirty="0"/>
              <a:t>dataset properly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Combined 3 datasets using Power </a:t>
            </a:r>
            <a:r>
              <a:rPr lang="en-US" sz="2400" dirty="0" smtClean="0"/>
              <a:t>Query</a:t>
            </a:r>
          </a:p>
          <a:p>
            <a:r>
              <a:rPr lang="en-US" sz="2400" dirty="0" smtClean="0"/>
              <a:t>Used </a:t>
            </a:r>
            <a:r>
              <a:rPr lang="en-US" sz="2400" dirty="0"/>
              <a:t>common keys: instant, </a:t>
            </a:r>
            <a:r>
              <a:rPr lang="en-US" sz="2400" dirty="0" err="1"/>
              <a:t>dteday</a:t>
            </a:r>
            <a:r>
              <a:rPr lang="en-US" sz="2400" dirty="0"/>
              <a:t>, </a:t>
            </a:r>
            <a:r>
              <a:rPr lang="en-US" sz="2400" dirty="0" err="1" smtClean="0"/>
              <a:t>hr</a:t>
            </a:r>
            <a:endParaRPr lang="en-US" sz="2400" dirty="0" smtClean="0"/>
          </a:p>
          <a:p>
            <a:r>
              <a:rPr lang="en-US" sz="2400" dirty="0" smtClean="0"/>
              <a:t>Created </a:t>
            </a:r>
            <a:r>
              <a:rPr lang="en-US" sz="2400" dirty="0"/>
              <a:t>a single clean dataset for analysis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Key Features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Weekend / Weekday </a:t>
            </a:r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Demand </a:t>
            </a:r>
            <a:r>
              <a:rPr lang="en-US" sz="2400" dirty="0"/>
              <a:t>Level (High / Low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Temperature </a:t>
            </a:r>
            <a:r>
              <a:rPr lang="en-US" sz="2400" dirty="0"/>
              <a:t>category (Hot / Cold / Moderate)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Analysis - Hourly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Peak demand observed during morning and evening </a:t>
            </a:r>
            <a:r>
              <a:rPr lang="en-US" sz="2400" dirty="0" smtClean="0"/>
              <a:t>hours</a:t>
            </a:r>
          </a:p>
          <a:p>
            <a:r>
              <a:rPr lang="en-US" sz="2400" dirty="0" smtClean="0"/>
              <a:t>Low </a:t>
            </a:r>
            <a:r>
              <a:rPr lang="en-US" sz="2400" dirty="0"/>
              <a:t>demand during late </a:t>
            </a:r>
            <a:r>
              <a:rPr lang="en-US" sz="2400" dirty="0" smtClean="0"/>
              <a:t>night</a:t>
            </a:r>
          </a:p>
          <a:p>
            <a:r>
              <a:rPr lang="en-US" sz="2400" dirty="0" smtClean="0"/>
              <a:t>Useful </a:t>
            </a:r>
            <a:r>
              <a:rPr lang="en-US" sz="2400" dirty="0"/>
              <a:t>for scheduling bikes efficiently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Analysis - Weather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Clear weather shows highest </a:t>
            </a:r>
            <a:r>
              <a:rPr lang="en-US" sz="2400" dirty="0" smtClean="0"/>
              <a:t>rentals</a:t>
            </a:r>
          </a:p>
          <a:p>
            <a:r>
              <a:rPr lang="en-US" sz="2400" dirty="0" smtClean="0"/>
              <a:t>Rainy </a:t>
            </a:r>
            <a:r>
              <a:rPr lang="en-US" sz="2400" dirty="0"/>
              <a:t>or bad weather reduces </a:t>
            </a:r>
            <a:r>
              <a:rPr lang="en-US" sz="2400" dirty="0" smtClean="0"/>
              <a:t>demand</a:t>
            </a:r>
          </a:p>
          <a:p>
            <a:r>
              <a:rPr lang="en-US" sz="2400" dirty="0" smtClean="0"/>
              <a:t>Weather </a:t>
            </a:r>
            <a:r>
              <a:rPr lang="en-US" sz="2400" dirty="0"/>
              <a:t>plays a key role in rentals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Analysis - Monthly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Demand increases during summer </a:t>
            </a:r>
            <a:r>
              <a:rPr lang="en-US" sz="2400" dirty="0" smtClean="0"/>
              <a:t>months</a:t>
            </a:r>
          </a:p>
          <a:p>
            <a:r>
              <a:rPr lang="en-US" sz="2400" dirty="0" smtClean="0"/>
              <a:t>Lower </a:t>
            </a:r>
            <a:r>
              <a:rPr lang="en-US" sz="2400" dirty="0"/>
              <a:t>demand in </a:t>
            </a:r>
            <a:r>
              <a:rPr lang="en-US" sz="2400" dirty="0" smtClean="0"/>
              <a:t>winter</a:t>
            </a:r>
          </a:p>
          <a:p>
            <a:r>
              <a:rPr lang="en-US" sz="2400" dirty="0" smtClean="0"/>
              <a:t>Seasonal </a:t>
            </a:r>
            <a:r>
              <a:rPr lang="en-US" sz="2400" dirty="0"/>
              <a:t>patterns are clearly visible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User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Registered users contribute more </a:t>
            </a:r>
            <a:r>
              <a:rPr lang="en-US" sz="2400" dirty="0" smtClean="0"/>
              <a:t>Rentals</a:t>
            </a:r>
          </a:p>
          <a:p>
            <a:r>
              <a:rPr lang="en-US" sz="2400" dirty="0" smtClean="0"/>
              <a:t>Casual </a:t>
            </a:r>
            <a:r>
              <a:rPr lang="en-US" sz="2400" dirty="0"/>
              <a:t>users mainly active on </a:t>
            </a:r>
            <a:r>
              <a:rPr lang="en-US" sz="2400" dirty="0" smtClean="0"/>
              <a:t>weekends</a:t>
            </a:r>
          </a:p>
          <a:p>
            <a:r>
              <a:rPr lang="en-US" sz="2400" dirty="0" smtClean="0"/>
              <a:t>Shows </a:t>
            </a:r>
            <a:r>
              <a:rPr lang="en-US" sz="2400" dirty="0"/>
              <a:t>difference in user behavior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Interactive dashboard created using </a:t>
            </a:r>
            <a:r>
              <a:rPr lang="en-US" sz="2400" dirty="0" err="1" smtClean="0"/>
              <a:t>ExceI</a:t>
            </a:r>
            <a:endParaRPr lang="en-US" sz="2400" dirty="0" smtClean="0"/>
          </a:p>
          <a:p>
            <a:r>
              <a:rPr lang="en-US" sz="2400" dirty="0" smtClean="0"/>
              <a:t>In</a:t>
            </a:r>
            <a:r>
              <a:rPr lang="en-US" sz="2400" dirty="0" smtClean="0"/>
              <a:t>cludes </a:t>
            </a:r>
            <a:r>
              <a:rPr lang="en-US" sz="2400" dirty="0"/>
              <a:t>multiple charts and </a:t>
            </a:r>
            <a:r>
              <a:rPr lang="en-US" sz="2400" dirty="0" smtClean="0"/>
              <a:t>slicers</a:t>
            </a:r>
          </a:p>
          <a:p>
            <a:r>
              <a:rPr lang="en-US" sz="2400" dirty="0" smtClean="0"/>
              <a:t>Helps </a:t>
            </a:r>
            <a:r>
              <a:rPr lang="en-US" sz="2400" dirty="0"/>
              <a:t>in dynamic data filtering and insights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Microsoft </a:t>
            </a:r>
            <a:r>
              <a:rPr lang="en-US" sz="2400" dirty="0" smtClean="0"/>
              <a:t>Excel</a:t>
            </a:r>
          </a:p>
          <a:p>
            <a:r>
              <a:rPr lang="en-US" sz="2400" dirty="0" smtClean="0"/>
              <a:t>Pivot Tables</a:t>
            </a:r>
          </a:p>
          <a:p>
            <a:r>
              <a:rPr lang="en-US" sz="2400" dirty="0" smtClean="0"/>
              <a:t>Power Query</a:t>
            </a:r>
          </a:p>
          <a:p>
            <a:r>
              <a:rPr lang="en-US" sz="2400" dirty="0" smtClean="0"/>
              <a:t>Charts </a:t>
            </a:r>
            <a:r>
              <a:rPr lang="en-US" sz="2400" dirty="0"/>
              <a:t>and </a:t>
            </a:r>
            <a:r>
              <a:rPr lang="en-US" sz="2400" dirty="0" smtClean="0"/>
              <a:t>Visualization</a:t>
            </a:r>
          </a:p>
          <a:p>
            <a:r>
              <a:rPr lang="en-US" sz="2400" dirty="0" smtClean="0"/>
              <a:t>Slicers </a:t>
            </a:r>
            <a:r>
              <a:rPr lang="en-US" sz="2400" dirty="0"/>
              <a:t>for interactivity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Bike demand depends on time, weather, and user </a:t>
            </a:r>
            <a:r>
              <a:rPr lang="en-US" sz="2400" dirty="0" smtClean="0"/>
              <a:t>type</a:t>
            </a:r>
          </a:p>
          <a:p>
            <a:r>
              <a:rPr lang="en-US" sz="2400" dirty="0" smtClean="0"/>
              <a:t>Peak </a:t>
            </a:r>
            <a:r>
              <a:rPr lang="en-US" sz="2400" dirty="0"/>
              <a:t>hours and seasons </a:t>
            </a:r>
            <a:r>
              <a:rPr lang="en-US" sz="2400" dirty="0" smtClean="0"/>
              <a:t>identified</a:t>
            </a:r>
          </a:p>
          <a:p>
            <a:r>
              <a:rPr lang="en-US" sz="2400" dirty="0" smtClean="0"/>
              <a:t>Data </a:t>
            </a:r>
            <a:r>
              <a:rPr lang="en-US" sz="2400" dirty="0"/>
              <a:t>helps improve business planning and decision-making</a:t>
            </a:r>
            <a:endParaRPr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21" y="2756581"/>
            <a:ext cx="8229600" cy="1143000"/>
          </a:xfrm>
        </p:spPr>
        <p:txBody>
          <a:bodyPr/>
          <a:lstStyle/>
          <a:p>
            <a:r>
              <a:rPr b="1" i="1" dirty="0"/>
              <a:t>Thank</a:t>
            </a:r>
            <a:r>
              <a:rPr dirty="0"/>
              <a:t> </a:t>
            </a:r>
            <a:r>
              <a:rPr b="1" dirty="0"/>
              <a:t>You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05274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0" y="6637177"/>
            <a:ext cx="9144000" cy="18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299</Words>
  <Application>Microsoft Office PowerPoint</Application>
  <PresentationFormat>On-screen Show (4:3)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Bike Sharing Demand Analysis</vt:lpstr>
      <vt:lpstr>Introduction</vt:lpstr>
      <vt:lpstr>Problem Statement</vt:lpstr>
      <vt:lpstr>Dataset Overview</vt:lpstr>
      <vt:lpstr>Data Cleaning</vt:lpstr>
      <vt:lpstr>Data Merging</vt:lpstr>
      <vt:lpstr>Key Features Created</vt:lpstr>
      <vt:lpstr>Analysis - Hourly Demand</vt:lpstr>
      <vt:lpstr>Analysis - Weather Impact</vt:lpstr>
      <vt:lpstr>Analysis - Monthly Trend</vt:lpstr>
      <vt:lpstr>User Analysis</vt:lpstr>
      <vt:lpstr>Dashboard Overview</vt:lpstr>
      <vt:lpstr>Tools Used</vt:lpstr>
      <vt:lpstr>Conclusion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</dc:title>
  <dc:creator>MPB10</dc:creator>
  <dc:description>generated using python-pptx</dc:description>
  <cp:lastModifiedBy>Trapti Rajput</cp:lastModifiedBy>
  <cp:revision>14</cp:revision>
  <dcterms:created xsi:type="dcterms:W3CDTF">2013-01-27T09:14:16Z</dcterms:created>
  <dcterms:modified xsi:type="dcterms:W3CDTF">2026-03-26T18:28:34Z</dcterms:modified>
</cp:coreProperties>
</file>